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784848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729984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4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rgbClr val="FFFFFF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rgbClr val="FFFFFF"/>
                </a:solidFill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rgbClr val="FFFFFF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829800" y="5394960"/>
            <a:ext cx="2258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CA3AF"/>
                </a:solidFill>
              </a:rPr>
              <a:t>(Yorum eklemek için tıklayın)</a:t>
            </a: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274320"/>
            <a:ext cx="1953087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53087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37302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849901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7932" y="274320"/>
            <a:ext cx="1953087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29106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2627" y="274320"/>
            <a:ext cx="2103696" cy="5029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561841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53087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274320"/>
            <a:ext cx="1953087" cy="502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615" y="274320"/>
            <a:ext cx="2103696" cy="5029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483" y="274320"/>
            <a:ext cx="1569985" cy="50292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