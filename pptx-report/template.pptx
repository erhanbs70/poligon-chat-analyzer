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chemeClr val="tx1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chemeClr val="tx1"/>
                </a:solidFill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chemeClr val="tx1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4544568"/>
            <a:ext cx="2255146" cy="813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750" y="253133"/>
            <a:ext cx="2255145" cy="53912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766" y="171000"/>
            <a:ext cx="2420020" cy="62315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34" y="51305"/>
            <a:ext cx="2703776" cy="8661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2407" y="313374"/>
            <a:ext cx="2255145" cy="5391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608" y="264161"/>
            <a:ext cx="2420020" cy="623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396"/>
            <a:ext cx="3684494" cy="1180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287" y="132784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22" y="112195"/>
            <a:ext cx="2557502" cy="6134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787" y="-131447"/>
            <a:ext cx="3436342" cy="11007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37302"/>
            <a:ext cx="1943767" cy="448697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522" y="-145925"/>
            <a:ext cx="3419475" cy="10953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849901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729106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" y="0"/>
            <a:ext cx="2189074" cy="5251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561841"/>
            <a:ext cx="3151187" cy="350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2400" b="1" dirty="0">
                <a:latin typeface="+mn-lt"/>
              </a:rPr>
              <a:t>Top 10 </a:t>
            </a:r>
            <a:r>
              <a:rPr lang="tr-TR" sz="2400" b="1" dirty="0" err="1"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1793" y="51573"/>
            <a:ext cx="2189074" cy="5251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769" y="-100248"/>
            <a:ext cx="2594501" cy="8311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65" y="22798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{{S9_EMAIL_SB_COUNT}}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{{S9_EMAIL_SB_TIME}}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{{S9_EMAIL_BS_COUNT}} / First resolution time median: {{S9_EMAIL_BS_TIME}}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{{S9_EMAIL_TB_COUNT}}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{{S9_EMAIL_TB_TIME}}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{{S9_RESPONSE}}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{{S9_DURATION}}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{{S9_SATISFACTION}}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{{S9_WAIT_SERVED}}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{{S9_WAIT_MISSED}}</a:t>
            </a:r>
            <a:r>
              <a:rPr lang="tr-TR" sz="1400" dirty="0">
                <a:solidFill>
                  <a:srgbClr val="FF0000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{{S9_ACCEPTANCE}}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{{S9_RATED_PCT}}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{{S9_CALL_BS_ATTEMPTS}}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{{S9_CALL_BS_REACHED}}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{{S9_CALL_SB_ATTEMPTS}}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({{S9_CALL_SB_REACHED_PCT}})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({{S9_CALL_SB_NOTREACHED_PCT}})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{{S9_CALL_TB_ATTEMPTS}}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{{S9_CALL_TB_REACHED}}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({{S9_CALL_TB_NOTREACHED_PCT}})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1513" y="-119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531" y="100101"/>
            <a:ext cx="2189074" cy="525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4" y="-91310"/>
            <a:ext cx="3120752" cy="9079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/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