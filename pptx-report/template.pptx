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784848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729984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4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rgbClr val="FFFFFF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rgbClr val="FFFFFF"/>
                </a:solidFill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rgbClr val="FFFFFF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4544568"/>
            <a:ext cx="2255146" cy="813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74320"/>
            <a:ext cx="1953087" cy="5029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29800" y="5394960"/>
            <a:ext cx="2258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(Yorum eklemek için tıklayın)</a:t>
            </a: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74320"/>
            <a:ext cx="1953087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477" y="274320"/>
            <a:ext cx="2102834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1097280"/>
            <a:ext cx="1943767" cy="448697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1097280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9584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1097280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058" y="274320"/>
            <a:ext cx="2102834" cy="5029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1097280"/>
            <a:ext cx="3151187" cy="350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2400" b="1" dirty="0">
                <a:latin typeface="+mn-lt"/>
              </a:rPr>
              <a:t>Top 10 </a:t>
            </a:r>
            <a:r>
              <a:rPr lang="tr-TR" sz="2400" b="1" dirty="0" err="1"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477" y="274320"/>
            <a:ext cx="2102834" cy="5029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{{S9_EMAIL_SB_COUNT}}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{{S9_EMAIL_SB_TIME}}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{{S9_EMAIL_BS_COUNT}} / First resolution time median: {{S9_EMAIL_BS_TIME}}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{{S9_EMAIL_TB_COUNT}}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{{S9_EMAIL_TB_TIME}}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{{S9_RESPONSE}}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{{S9_DURATION}}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{{S9_SATISFACTION}}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{{S9_WAIT_SERVED}}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{{S9_WAIT_MISSED}}</a:t>
            </a:r>
            <a:r>
              <a:rPr lang="tr-TR" sz="1400" dirty="0">
                <a:solidFill>
                  <a:srgbClr val="FF0000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{{S9_ACCEPTANCE}}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{{S9_RATED_PCT}}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{{S9_CALL_BS_ATTEMPTS}}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{{S9_CALL_BS_REACHED}}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{{S9_CALL_SB_ATTEMPTS}}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({{S9_CALL_SB_REACHED_PCT}})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({{S9_CALL_SB_NOTREACHED_PCT}})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{{S9_CALL_TB_ATTEMPTS}}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{{S9_CALL_TB_REACHED}}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({{S9_CALL_TB_NOTREACHED_PCT}})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477" y="274320"/>
            <a:ext cx="2102834" cy="5029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/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