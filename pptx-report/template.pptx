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784848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729984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chemeClr val="tx1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chemeClr val="tx1"/>
                </a:solidFill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chemeClr val="tx1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750" y="253133"/>
            <a:ext cx="2255145" cy="53912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766" y="171000"/>
            <a:ext cx="2420020" cy="6231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34" y="51305"/>
            <a:ext cx="2703776" cy="8661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407" y="313374"/>
            <a:ext cx="2255145" cy="5391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608" y="264161"/>
            <a:ext cx="2420020" cy="623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396"/>
            <a:ext cx="3684494" cy="1180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287" y="132784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22" y="112195"/>
            <a:ext cx="2557502" cy="6134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787" y="-131447"/>
            <a:ext cx="3436342" cy="11007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37302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522" y="-145925"/>
            <a:ext cx="3419475" cy="10953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849901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29106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" y="0"/>
            <a:ext cx="2189074" cy="5251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561841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1793" y="51573"/>
            <a:ext cx="2189074" cy="5251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769" y="-100248"/>
            <a:ext cx="2594501" cy="8311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65" y="22798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1513" y="-119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531" y="100101"/>
            <a:ext cx="2189074" cy="525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4" y="-91310"/>
            <a:ext cx="3120752" cy="9079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